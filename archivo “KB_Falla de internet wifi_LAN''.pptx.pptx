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eli Hernandez" userId="673260be5f6c2e8e" providerId="LiveId" clId="{4298855C-D7BB-4F70-95F4-2470E19EB105}"/>
    <pc:docChg chg="custSel addSld modSld">
      <pc:chgData name="Areli Hernandez" userId="673260be5f6c2e8e" providerId="LiveId" clId="{4298855C-D7BB-4F70-95F4-2470E19EB105}" dt="2026-04-23T21:06:53.045" v="6" actId="14100"/>
      <pc:docMkLst>
        <pc:docMk/>
      </pc:docMkLst>
      <pc:sldChg chg="addSp delSp modSp new mod">
        <pc:chgData name="Areli Hernandez" userId="673260be5f6c2e8e" providerId="LiveId" clId="{4298855C-D7BB-4F70-95F4-2470E19EB105}" dt="2026-04-23T21:06:53.045" v="6" actId="14100"/>
        <pc:sldMkLst>
          <pc:docMk/>
          <pc:sldMk cId="1365249957" sldId="256"/>
        </pc:sldMkLst>
        <pc:spChg chg="del">
          <ac:chgData name="Areli Hernandez" userId="673260be5f6c2e8e" providerId="LiveId" clId="{4298855C-D7BB-4F70-95F4-2470E19EB105}" dt="2026-04-23T21:06:08.326" v="1" actId="478"/>
          <ac:spMkLst>
            <pc:docMk/>
            <pc:sldMk cId="1365249957" sldId="256"/>
            <ac:spMk id="2" creationId="{672C3A1B-4864-6263-BFE7-64062F0CEFE0}"/>
          </ac:spMkLst>
        </pc:spChg>
        <pc:spChg chg="del">
          <ac:chgData name="Areli Hernandez" userId="673260be5f6c2e8e" providerId="LiveId" clId="{4298855C-D7BB-4F70-95F4-2470E19EB105}" dt="2026-04-23T21:06:10.878" v="2" actId="478"/>
          <ac:spMkLst>
            <pc:docMk/>
            <pc:sldMk cId="1365249957" sldId="256"/>
            <ac:spMk id="3" creationId="{4C184689-62B0-7ED2-407B-786B80F4FB20}"/>
          </ac:spMkLst>
        </pc:spChg>
        <pc:picChg chg="add mod">
          <ac:chgData name="Areli Hernandez" userId="673260be5f6c2e8e" providerId="LiveId" clId="{4298855C-D7BB-4F70-95F4-2470E19EB105}" dt="2026-04-23T21:06:53.045" v="6" actId="14100"/>
          <ac:picMkLst>
            <pc:docMk/>
            <pc:sldMk cId="1365249957" sldId="256"/>
            <ac:picMk id="5" creationId="{017A2D7C-055A-D469-803D-377D341C7B4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94D01-126E-1010-5342-7EE67866DD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73AB04-225F-0E50-496E-DA8ED0BD33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AFE65-3C2F-14C2-D6A9-24AC20BD3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2D57A-B33B-4547-822A-24938BF52FF2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3F714-BAFB-C925-A6E9-226B51E77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E24F2-8AEB-27E9-25C8-B88883D5E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DC142-CE42-403F-8347-3CCAEE45B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0153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D2C49-5127-F039-9A79-3FCA3F2F2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04F00-53CF-1FA6-90F6-FDBAF26DF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097E8-4935-E189-12BE-0F82B4AD3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2D57A-B33B-4547-822A-24938BF52FF2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42751-FD66-9491-EED6-8B6EF0EB6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933B1-B402-B56B-89A4-CE5C211D5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DC142-CE42-403F-8347-3CCAEE45B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5858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AFE2C-F3F6-6A5C-462D-2457FCE33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74DBF-7569-78DF-033F-2546F32C9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408C1-A2A3-682B-5336-C204738B7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2D57A-B33B-4547-822A-24938BF52FF2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78C7B-C2CA-1DC5-3261-95B2FA162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83126-E282-3D56-B40B-9799723AB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DC142-CE42-403F-8347-3CCAEE45B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4855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56E0E-ED99-1558-7E20-5F13AF102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B18EF-78AE-14E1-8B09-2F4898CB7E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0579E9-DF53-3BDB-869A-A78F20D909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C03C52-5FEA-D6D3-4656-C10DDAD2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2D57A-B33B-4547-822A-24938BF52FF2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0735DB-A201-6897-0241-0231C8C72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DFDD6-C9A5-E39A-D360-8E737A7AB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DC142-CE42-403F-8347-3CCAEE45B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0225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CC5B0-9CD5-867E-A936-63564D388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2853F-E922-C531-3CAD-1A1E9418C9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D5F6E7-61FD-C642-3F79-643E73260F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CF1ABC-A604-56C5-2B4A-11F46A0B1B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B40B9D-8F5D-67A7-4AB7-16B2FA563D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A9355A-E28B-8525-C615-8DA3D0879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2D57A-B33B-4547-822A-24938BF52FF2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E6111-3592-73E1-911A-69EC7020D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5EE75A-64C9-4CC9-2282-8BBB7E23C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DC142-CE42-403F-8347-3CCAEE45B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1671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C5B20-9425-5C87-7FE0-C213B85C8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0628F6-5BE0-30E9-5C82-D5DAB05B5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2D57A-B33B-4547-822A-24938BF52FF2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C483FA-C7EF-2E6E-D75E-F502A7DAF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8EE892-103E-E662-CCB1-F846505F7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DC142-CE42-403F-8347-3CCAEE45B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2170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A82DA7-E19B-C1EA-113B-C546BE408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2D57A-B33B-4547-822A-24938BF52FF2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3DA1F9-FD24-F166-66D9-7830DCA49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59446-DC5C-E953-2C79-D6742758B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DC142-CE42-403F-8347-3CCAEE45B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618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53109-3BBF-A6D1-D621-31269FEC2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9D803-BD55-78D7-CDF4-97B12DADA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BE9D09-E921-7D06-1D8D-60EBCCE6A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44187D-5A07-6DD8-564F-F5A48E59D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2D57A-B33B-4547-822A-24938BF52FF2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C7242-6273-EF4A-8E05-5B169D38C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0B9260-AC10-F41A-1666-FCCC813BA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DC142-CE42-403F-8347-3CCAEE45B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5215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3DDC4-508D-86A6-0A20-5DF4D41F4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EE119F-7C09-EAB4-07B1-D1AA5A7A18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91F2A4-B98E-95C6-9B3C-E255F7C3CB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960051-1036-5219-46A7-0BB5196B7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2D57A-B33B-4547-822A-24938BF52FF2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45A1E-08FA-E5C7-EC2E-768811D8D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B229F-3CAD-CFE1-E17E-132E16937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DC142-CE42-403F-8347-3CCAEE45B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926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D8228-BFCD-4322-B8B7-D5B49890B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328ADC-664E-F6FD-11FD-E966B6304C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DB719-7D11-0B5C-FAED-C7FF59B47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2D57A-B33B-4547-822A-24938BF52FF2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95476-8BF6-B63C-77B8-8093005F1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2685D-8F8B-8C32-3328-816EB516A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DC142-CE42-403F-8347-3CCAEE45B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9812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311D48-7F28-6594-33F0-101315FA80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313570-A080-D9DA-6CDB-1BCD24C4C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0598F-5F4C-4820-80C1-0E705A352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2D57A-B33B-4547-822A-24938BF52FF2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773AA-2299-0F64-3B63-AE6047BA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39E58-4AA0-1BA4-3852-A9D1C4E21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DC142-CE42-403F-8347-3CCAEE45B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439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D3B65D-573B-2CF7-20C9-35BA14BE9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33F46-F129-B780-F372-4DBFF864C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D5F51-CDEC-20AA-C9B4-80D5AF863F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92D57A-B33B-4547-822A-24938BF52FF2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16D74-C3B4-8A2B-8219-1BD83B0635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BD6B6-D048-B3B2-7C94-ABCBBE0227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DDC142-CE42-403F-8347-3CCAEE45B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8569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7A2D7C-055A-D469-803D-377D341C7B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440" y="0"/>
            <a:ext cx="122834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249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Areli Hernandez</dc:creator>
  <cp:lastModifiedBy>Areli Hernandez</cp:lastModifiedBy>
  <cp:revision>1</cp:revision>
  <dcterms:created xsi:type="dcterms:W3CDTF">2026-04-23T21:05:56Z</dcterms:created>
  <dcterms:modified xsi:type="dcterms:W3CDTF">2026-04-23T21:06:55Z</dcterms:modified>
</cp:coreProperties>
</file>