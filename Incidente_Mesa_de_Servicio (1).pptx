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9144000"/>
  <p:notesSz cx="6858000" cy="9144000"/>
  <p:embeddedFontLst>
    <p:embeddedFont>
      <p:font typeface="Average"/>
      <p:regular r:id="rId9"/>
    </p:embeddedFont>
    <p:embeddedFont>
      <p:font typeface="Oswald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swald-bold.fntdata"/><Relationship Id="rId10" Type="http://schemas.openxmlformats.org/officeDocument/2006/relationships/font" Target="fonts/Oswa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Averag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9f77da1e5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9f77da1e5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9f77da1e5_3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9f77da1e5_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3807170"/>
            <a:ext cx="443589" cy="140843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1321067"/>
            <a:ext cx="7801500" cy="230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4233168"/>
            <a:ext cx="78015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855000"/>
            <a:ext cx="7852200" cy="11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701800"/>
            <a:ext cx="62271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441867"/>
            <a:ext cx="4045200" cy="228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3793601"/>
            <a:ext cx="4045200" cy="17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673700"/>
            <a:ext cx="8520600" cy="252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43045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457200" y="160020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457200" y="6356352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3124200" y="6356352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6553200" y="6356352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-US" sz="2500"/>
              <a:t>TAREA 3:Gestión de usuarios, accesos y permisos (SaaS / cuentas)</a:t>
            </a:r>
            <a:endParaRPr b="1" sz="2500"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Escenario:</a:t>
            </a:r>
            <a:r>
              <a:rPr b="1" lang="en-US" sz="1200" u="sng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u="sng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Alta de empleado nuevo</a:t>
            </a:r>
            <a:endParaRPr sz="1200" u="sng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El dia 20/03/2026 se </a:t>
            </a:r>
            <a:r>
              <a:rPr b="1" lang="en-US" sz="120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aprobó</a:t>
            </a:r>
            <a:r>
              <a:rPr b="1" lang="en-US" sz="120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el ingreso de un nuevo </a:t>
            </a:r>
            <a:r>
              <a:rPr b="1" lang="en-US" sz="120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empleado</a:t>
            </a:r>
            <a:r>
              <a:rPr b="1" lang="en-US" sz="120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al cual se necesita dar de alta para poder ingresar a los sistemas de empresa en el area de Marketing.</a:t>
            </a:r>
            <a:endParaRPr b="1" sz="1200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br>
              <a:rPr b="1" lang="en-US" sz="120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Perfil del usuario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Nombre:Juan Perez Gomez, 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Área: Marketing 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Rol: Diseñador gráfico JR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Correo: Juan_Marketing@gmail.com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Permisos: Editor/ Creador </a:t>
            </a:r>
            <a:r>
              <a:rPr b="1" lang="en-US" sz="120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Parte C. Flujo de atención (como mesa de servicio)</a:t>
            </a:r>
            <a:endParaRPr b="1" sz="1200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Fecha de ingreso: 20/ 03/2026</a:t>
            </a:r>
            <a:endParaRPr b="1" sz="1200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Jefe directo: Marco Morales</a:t>
            </a:r>
            <a:endParaRPr b="1" sz="1200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br>
              <a:rPr b="1" lang="en-US" sz="120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</a:endParaRPr>
          </a:p>
          <a:p>
            <a:pPr indent="0" lvl="0" marL="257175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 title="Flujo .png"/>
          <p:cNvPicPr preferRelativeResize="0"/>
          <p:nvPr/>
        </p:nvPicPr>
        <p:blipFill rotWithShape="1">
          <a:blip r:embed="rId3">
            <a:alphaModFix/>
          </a:blip>
          <a:srcRect b="12526" l="13374" r="8281" t="0"/>
          <a:stretch/>
        </p:blipFill>
        <p:spPr>
          <a:xfrm>
            <a:off x="1100175" y="236775"/>
            <a:ext cx="7117875" cy="6266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Permisos aprovados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Resultado Final : Empleado dado de alta Exitosamente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